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EA79-CE00-6C6F-E13A-CA73C80B1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22174-0156-6F43-467D-476D138E8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6546C-BF96-F009-D415-5809299C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1934F-8C6A-EA72-2455-42162DDD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ABB50-FE31-0A38-72D8-E0827C75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7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D888-A469-9F59-7439-88254173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4F21-C4DE-3B33-6317-227949FC6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CCC7F-327F-2FCB-D8D9-784517B2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5E2CE-AB7E-FB88-4D67-E4FCA447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BA759-CA69-A249-0F99-20654EE4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4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2BFE-65A1-EB7C-34E6-FF3D69D8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F6FF3-9E7E-AF64-3CD3-3FC00EEB7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B7A40-EFBA-6CD1-1EEE-BD98D0C8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012E3-BF9D-073B-0FDF-7E6F87CC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7D86-A478-BA6A-9065-A3FEEABA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9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4EC3-C3D9-8E39-4863-8FFD6A9E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A4D5-63DC-A2C5-B5E3-81523BE75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9F88E-430A-8981-FE43-1ACBF2B21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1BCA3-23A2-4AB2-18BA-8AC99A01E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A65FB-950E-6750-42E2-D292112A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FF677-1CD1-82E0-630E-8219FACE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8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62D97-8918-5482-0D72-B31F1F8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60D01-4ECD-26E4-2D74-1A10FF37A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ED3B6-4BC5-9555-2245-BBAE21768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6FBE0-94AA-B916-1D54-151C3AF6F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603A4-F917-04BB-E3EB-341DEA4D9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6F929-CCF3-D5A4-5D6B-2B60CDA9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3C864-404A-01C4-8FFD-3A48F725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42C46-8428-8AF4-3161-84E0390A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2159-09EC-842E-2260-69A7FC4B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8DA37-4268-463B-1479-E3B064DC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43F39-FD90-D6ED-FCC0-383FB702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C11E-8A54-B717-48AE-13D8DECD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9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E0E66-115D-2145-BFC4-039B6579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E498C-C809-C94B-1FCD-11B09F30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FE110-FF07-AFFB-0F87-13265800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0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2BE4-4D29-74E0-0717-D402A07B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D6486-85CB-70B3-1539-8568EEE8D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AF748-6FF8-809D-7215-8B224A0F0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EBC1E-90E8-ACF9-9D68-76E725F5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1D6A8-CB7A-A1EC-F185-10586698B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11C78-5E84-143F-B712-A9F67F83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42A7-4EE1-39AE-648D-709071CD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8B2B9-CAEC-9E48-D2A6-BE413B897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DCEAB-7719-3230-589D-4A02FB75C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63554-47FD-240A-EABC-F9255A7D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8B1C9-3325-499F-8FB5-ECF30583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EBE58-739A-8ED8-2D56-23846657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6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1F30-EF2B-DB6D-1656-98D3E1E8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90DA7-E270-5C9A-6F36-F6D63C37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7F55B-934B-AB63-4956-F5042511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3BCF9-0566-738D-EAD5-13622585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7B837-DF9B-546C-80E4-D9C61FAC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8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720D1-33CD-1B43-755F-23B5BEAEE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1E12E-C68B-0F81-6F4C-2E82A87C2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F9B2B-ADD8-47FB-8FE6-2DF39690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0E9EE-51E8-E335-3E39-A20DE6F3D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25EC1-BAB0-4E58-69A7-5C913812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4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D263C-EFE9-10C4-51D7-C63A9CF98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0A6EE-5478-B0C2-D6EA-91944808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BE319-8934-0AA2-E185-9C1B2FC11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75883-29F8-5840-BB1D-E08232EA87EA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0CAF-BFBE-251F-70E3-28AAD3D06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9BD71-2F4D-E475-D009-DD58E2BBE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D37CE-7352-6043-B545-88CD0E6DE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7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1DE8-A14C-7D7C-0117-F56FEE639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5B21-DEEE-D1E2-EA86-791AD0B632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93E18-E04A-D8F2-4D2A-979AF262E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9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EB2E-7A91-2B32-C555-96D30E94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73FC3E-1D84-4ECF-A398-FBA96548E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79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6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Ifeanyi  Ayodeji Ukomadu</dc:creator>
  <cp:lastModifiedBy>Ifeanyi  Ayodeji Ukomadu</cp:lastModifiedBy>
  <cp:revision>1</cp:revision>
  <dcterms:created xsi:type="dcterms:W3CDTF">2026-06-26T13:27:45Z</dcterms:created>
  <dcterms:modified xsi:type="dcterms:W3CDTF">2026-06-26T13:29:41Z</dcterms:modified>
</cp:coreProperties>
</file>